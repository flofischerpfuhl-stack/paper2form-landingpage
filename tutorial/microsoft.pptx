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035385" name="Platzhalter für Überschrift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84621644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de-DE"/>
              <a:t>10/30/2013</a:t>
            </a:fld>
            <a:endParaRPr lang="de-DE"/>
          </a:p>
        </p:txBody>
      </p:sp>
      <p:sp>
        <p:nvSpPr>
          <p:cNvPr id="1848856330" name="Platzhalter für Folienbi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1740226512" name="Platzhalter für Notizen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566364658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93143401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527758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7330670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1428995085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054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541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08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3EE90F-89A6-43C5-2586-C184C9C689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083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8218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329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2E8207-FC22-6E11-EA2E-F4A711F766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319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673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642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2A3DB1-9966-6062-4807-623989E076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271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340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099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816648-D118-C2CF-F3BD-A4F004AF50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18DF3B-A87D-6BE1-4B50-ACABBD93CA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8273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2257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29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72D290-B3B5-7C1D-2190-624FBF2149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D55517-3A3D-6A72-E9A1-AB1629F8E4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92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8948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9048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BC178F-73AF-E089-E851-B38FB7C580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987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630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111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370181-621C-FC34-A31B-82F6970214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729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8284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325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526166-1045-26D4-A57C-F2D4691B09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575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435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725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D35B-9AD2-1898-33BB-64920983E0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28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849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0084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9B46A1-22AF-50A0-96EF-FB60C5A05B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92B590-D385-DF14-E073-4BABF05DD9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1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316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280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06EB63-23FF-1379-FBBA-D850C60BDC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54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9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5147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52F4F1-0496-F458-6E52-E80C49A678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47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1038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672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4459CF-683B-879D-B56B-BD95EE50C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564801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458858334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 lang="de-DE"/>
          </a:p>
        </p:txBody>
      </p:sp>
      <p:sp>
        <p:nvSpPr>
          <p:cNvPr id="1482867120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2663466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861003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0505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510599772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3491842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643274878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9626541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11063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247747954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979528972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466698729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76116174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3511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761454662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64108176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7631134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726246879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67106101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157253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013582429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271522072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867646698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424667332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393404765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703104551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26218643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4967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947334406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473325217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04110292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885469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07662090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66528540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381633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633950835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878977257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71441770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36817447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12906005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610309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194382567" name="Bildplatzhalt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de-DE"/>
              <a:t>Klicken Sie auf das Symbol, um ein Bild hinzuzufügen</a:t>
            </a:r>
            <a:endParaRPr lang="de-DE"/>
          </a:p>
        </p:txBody>
      </p:sp>
      <p:sp>
        <p:nvSpPr>
          <p:cNvPr id="960451030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73919630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544277060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0780849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91384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729054834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765924752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765064802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4979938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304213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622877037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61757242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70865592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1839317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199627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363698665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176711817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35558338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91935429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421588" name=""/>
          <p:cNvSpPr txBox="1"/>
          <p:nvPr/>
        </p:nvSpPr>
        <p:spPr bwMode="auto">
          <a:xfrm rot="0" flipH="0" flipV="0">
            <a:off x="3404511" y="2743776"/>
            <a:ext cx="8404401" cy="1768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0" b="1">
                <a:latin typeface="Inter Display"/>
                <a:ea typeface="Inter Display"/>
                <a:cs typeface="Inter Display"/>
              </a:rPr>
              <a:t>Paper2Form</a:t>
            </a:r>
            <a:endParaRPr sz="11000" b="1">
              <a:latin typeface="Inter Display"/>
              <a:cs typeface="Inter Display"/>
            </a:endParaRPr>
          </a:p>
        </p:txBody>
      </p:sp>
      <p:pic>
        <p:nvPicPr>
          <p:cNvPr id="1677460836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95548" y="2096736"/>
            <a:ext cx="2664525" cy="2664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32889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95726" y="188613"/>
            <a:ext cx="10842886" cy="6417518"/>
          </a:xfrm>
          <a:prstGeom prst="rect">
            <a:avLst/>
          </a:prstGeom>
        </p:spPr>
      </p:pic>
      <p:sp>
        <p:nvSpPr>
          <p:cNvPr id="957369680" name=""/>
          <p:cNvSpPr/>
          <p:nvPr/>
        </p:nvSpPr>
        <p:spPr bwMode="auto">
          <a:xfrm rot="13292596" flipH="0" flipV="0">
            <a:off x="1722978" y="1835735"/>
            <a:ext cx="2760391" cy="9247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88836187" name=""/>
          <p:cNvSpPr/>
          <p:nvPr/>
        </p:nvSpPr>
        <p:spPr bwMode="auto">
          <a:xfrm rot="0" flipH="0" flipV="0">
            <a:off x="896878" y="6068649"/>
            <a:ext cx="707303" cy="1414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8031838" name=""/>
          <p:cNvSpPr/>
          <p:nvPr/>
        </p:nvSpPr>
        <p:spPr bwMode="auto">
          <a:xfrm rot="0" flipH="0" flipV="0">
            <a:off x="3475903" y="6079591"/>
            <a:ext cx="707303" cy="14145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764474" name=""/>
          <p:cNvSpPr/>
          <p:nvPr/>
        </p:nvSpPr>
        <p:spPr bwMode="auto">
          <a:xfrm rot="0" flipH="0" flipV="0">
            <a:off x="6095999" y="6068649"/>
            <a:ext cx="707303" cy="14145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464591" name=""/>
          <p:cNvSpPr/>
          <p:nvPr/>
        </p:nvSpPr>
        <p:spPr bwMode="auto">
          <a:xfrm rot="0" flipH="0" flipV="0">
            <a:off x="8669277" y="6068649"/>
            <a:ext cx="707303" cy="14145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2866324" name=""/>
          <p:cNvPicPr>
            <a:picLocks noChangeAspect="1"/>
          </p:cNvPicPr>
          <p:nvPr/>
        </p:nvPicPr>
        <p:blipFill rotWithShape="1">
          <a:blip r:embed="rId3"/>
          <a:srcRect l="0" t="0" r="6078" b="0"/>
          <a:stretch/>
        </p:blipFill>
        <p:spPr bwMode="auto">
          <a:xfrm flipH="0" flipV="0">
            <a:off x="481930" y="152523"/>
            <a:ext cx="10873589" cy="6461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44974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2994" y="349094"/>
            <a:ext cx="11741732" cy="63466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14092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2994" y="349093"/>
            <a:ext cx="11741731" cy="6346696"/>
          </a:xfrm>
          <a:prstGeom prst="rect">
            <a:avLst/>
          </a:prstGeom>
        </p:spPr>
      </p:pic>
      <p:sp>
        <p:nvSpPr>
          <p:cNvPr id="167866230" name=""/>
          <p:cNvSpPr/>
          <p:nvPr/>
        </p:nvSpPr>
        <p:spPr bwMode="auto">
          <a:xfrm rot="18257976" flipH="0" flipV="0">
            <a:off x="7051319" y="1816873"/>
            <a:ext cx="2760391" cy="9247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5748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5272" y="142331"/>
            <a:ext cx="11782658" cy="6383707"/>
          </a:xfrm>
          <a:prstGeom prst="rect">
            <a:avLst/>
          </a:prstGeom>
        </p:spPr>
      </p:pic>
      <p:sp>
        <p:nvSpPr>
          <p:cNvPr id="1167614664" name=""/>
          <p:cNvSpPr/>
          <p:nvPr/>
        </p:nvSpPr>
        <p:spPr bwMode="auto">
          <a:xfrm rot="0" flipH="0" flipV="0">
            <a:off x="4037301" y="1659801"/>
            <a:ext cx="735594" cy="16032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7133677" name=""/>
          <p:cNvSpPr/>
          <p:nvPr/>
        </p:nvSpPr>
        <p:spPr bwMode="auto">
          <a:xfrm rot="0" flipH="0" flipV="0">
            <a:off x="4405098" y="2019675"/>
            <a:ext cx="735593" cy="16032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19467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8440" y="434281"/>
            <a:ext cx="11651160" cy="5706065"/>
          </a:xfrm>
          <a:prstGeom prst="rect">
            <a:avLst/>
          </a:prstGeom>
        </p:spPr>
      </p:pic>
      <p:sp>
        <p:nvSpPr>
          <p:cNvPr id="1269934559" name=""/>
          <p:cNvSpPr/>
          <p:nvPr/>
        </p:nvSpPr>
        <p:spPr bwMode="auto">
          <a:xfrm rot="21176657" flipH="0" flipV="0">
            <a:off x="7088445" y="1274547"/>
            <a:ext cx="2760391" cy="9247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44703045" name=""/>
          <p:cNvSpPr/>
          <p:nvPr/>
        </p:nvSpPr>
        <p:spPr bwMode="auto">
          <a:xfrm rot="0" flipH="0" flipV="0">
            <a:off x="10855210" y="480140"/>
            <a:ext cx="802090" cy="141238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48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4583" y="434250"/>
            <a:ext cx="11772188" cy="5954272"/>
          </a:xfrm>
          <a:prstGeom prst="rect">
            <a:avLst/>
          </a:prstGeom>
        </p:spPr>
      </p:pic>
      <p:sp>
        <p:nvSpPr>
          <p:cNvPr id="1733970043" name=""/>
          <p:cNvSpPr/>
          <p:nvPr/>
        </p:nvSpPr>
        <p:spPr bwMode="auto">
          <a:xfrm rot="17077763" flipH="0" flipV="0">
            <a:off x="7818694" y="2290547"/>
            <a:ext cx="2760390" cy="9247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88354329" name=""/>
          <p:cNvSpPr/>
          <p:nvPr/>
        </p:nvSpPr>
        <p:spPr bwMode="auto">
          <a:xfrm rot="10156788" flipH="0" flipV="0">
            <a:off x="4715804" y="4890007"/>
            <a:ext cx="2760390" cy="9247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9937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217" y="0"/>
            <a:ext cx="3086100" cy="6858000"/>
          </a:xfrm>
          <a:prstGeom prst="rect">
            <a:avLst/>
          </a:prstGeom>
        </p:spPr>
      </p:pic>
      <p:sp>
        <p:nvSpPr>
          <p:cNvPr id="1204078819" name=""/>
          <p:cNvSpPr/>
          <p:nvPr/>
        </p:nvSpPr>
        <p:spPr bwMode="auto">
          <a:xfrm rot="15310211" flipH="0" flipV="0">
            <a:off x="95368" y="3272189"/>
            <a:ext cx="2760391" cy="9247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3909818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52949" y="0"/>
            <a:ext cx="30861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18736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79478" y="0"/>
            <a:ext cx="3086100" cy="6858000"/>
          </a:xfrm>
          <a:prstGeom prst="rect">
            <a:avLst/>
          </a:prstGeom>
        </p:spPr>
      </p:pic>
      <p:pic>
        <p:nvPicPr>
          <p:cNvPr id="33400956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457450" y="0"/>
            <a:ext cx="3086100" cy="6858000"/>
          </a:xfrm>
          <a:prstGeom prst="rect">
            <a:avLst/>
          </a:prstGeom>
        </p:spPr>
      </p:pic>
      <p:pic>
        <p:nvPicPr>
          <p:cNvPr id="21922809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17116" y="0"/>
            <a:ext cx="3086100" cy="6858000"/>
          </a:xfrm>
          <a:prstGeom prst="rect">
            <a:avLst/>
          </a:prstGeom>
        </p:spPr>
      </p:pic>
      <p:pic>
        <p:nvPicPr>
          <p:cNvPr id="6273302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061449" y="0"/>
            <a:ext cx="3086100" cy="6858000"/>
          </a:xfrm>
          <a:prstGeom prst="rect">
            <a:avLst/>
          </a:prstGeom>
        </p:spPr>
      </p:pic>
      <p:sp>
        <p:nvSpPr>
          <p:cNvPr id="756753751" name=""/>
          <p:cNvSpPr/>
          <p:nvPr/>
        </p:nvSpPr>
        <p:spPr bwMode="auto">
          <a:xfrm rot="0" flipH="0" flipV="0">
            <a:off x="5222633" y="759196"/>
            <a:ext cx="260616" cy="25010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6062213" name=""/>
          <p:cNvSpPr/>
          <p:nvPr/>
        </p:nvSpPr>
        <p:spPr bwMode="auto">
          <a:xfrm rot="0" flipH="0" flipV="0">
            <a:off x="2663315" y="5495608"/>
            <a:ext cx="639767" cy="104403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0823012" name=""/>
          <p:cNvSpPr/>
          <p:nvPr/>
        </p:nvSpPr>
        <p:spPr bwMode="auto">
          <a:xfrm rot="0" flipH="0" flipV="0">
            <a:off x="4106881" y="5495608"/>
            <a:ext cx="639766" cy="10440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9937912" name=""/>
          <p:cNvSpPr/>
          <p:nvPr/>
        </p:nvSpPr>
        <p:spPr bwMode="auto">
          <a:xfrm rot="20854128" flipH="0" flipV="0">
            <a:off x="6689613" y="1945781"/>
            <a:ext cx="1503105" cy="51252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70546203" name=""/>
          <p:cNvSpPr/>
          <p:nvPr/>
        </p:nvSpPr>
        <p:spPr bwMode="auto">
          <a:xfrm rot="20854128" flipH="0" flipV="0">
            <a:off x="6163243" y="4384180"/>
            <a:ext cx="1503104" cy="5125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68132469" name=""/>
          <p:cNvSpPr/>
          <p:nvPr/>
        </p:nvSpPr>
        <p:spPr bwMode="auto">
          <a:xfrm rot="18217617" flipH="0" flipV="0">
            <a:off x="9159762" y="4183810"/>
            <a:ext cx="1503104" cy="5125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98537946" name=""/>
          <p:cNvSpPr/>
          <p:nvPr/>
        </p:nvSpPr>
        <p:spPr bwMode="auto">
          <a:xfrm rot="18217617" flipH="0" flipV="0">
            <a:off x="214840" y="3416108"/>
            <a:ext cx="1503104" cy="5125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18807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94583" y="0"/>
            <a:ext cx="3086100" cy="6858000"/>
          </a:xfrm>
          <a:prstGeom prst="rect">
            <a:avLst/>
          </a:prstGeom>
        </p:spPr>
      </p:pic>
      <p:pic>
        <p:nvPicPr>
          <p:cNvPr id="196686668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136613" y="0"/>
            <a:ext cx="3086100" cy="6858000"/>
          </a:xfrm>
          <a:prstGeom prst="rect">
            <a:avLst/>
          </a:prstGeom>
        </p:spPr>
      </p:pic>
      <p:pic>
        <p:nvPicPr>
          <p:cNvPr id="208623544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83116" y="0"/>
            <a:ext cx="30861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34137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52949" y="0"/>
            <a:ext cx="3086100" cy="6858000"/>
          </a:xfrm>
          <a:prstGeom prst="rect">
            <a:avLst/>
          </a:prstGeom>
        </p:spPr>
      </p:pic>
      <p:sp>
        <p:nvSpPr>
          <p:cNvPr id="800974367" name=""/>
          <p:cNvSpPr/>
          <p:nvPr/>
        </p:nvSpPr>
        <p:spPr bwMode="auto">
          <a:xfrm rot="7096024" flipH="0" flipV="0">
            <a:off x="5270537" y="4047709"/>
            <a:ext cx="2760391" cy="9247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0891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2006" y="105833"/>
            <a:ext cx="11520964" cy="6127749"/>
          </a:xfrm>
          <a:prstGeom prst="rect">
            <a:avLst/>
          </a:prstGeom>
        </p:spPr>
      </p:pic>
      <p:sp>
        <p:nvSpPr>
          <p:cNvPr id="830733393" name=""/>
          <p:cNvSpPr/>
          <p:nvPr/>
        </p:nvSpPr>
        <p:spPr bwMode="auto">
          <a:xfrm rot="20312236" flipH="0" flipV="0">
            <a:off x="6265370" y="2566043"/>
            <a:ext cx="2760390" cy="9247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837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833" y="83712"/>
            <a:ext cx="11729601" cy="649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40806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90325" y="-75445"/>
            <a:ext cx="3086100" cy="6858000"/>
          </a:xfrm>
          <a:prstGeom prst="rect">
            <a:avLst/>
          </a:prstGeom>
        </p:spPr>
      </p:pic>
      <p:pic>
        <p:nvPicPr>
          <p:cNvPr id="78875795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7826" y="0"/>
            <a:ext cx="30861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23904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66849" y="0"/>
            <a:ext cx="3086100" cy="6858000"/>
          </a:xfrm>
          <a:prstGeom prst="rect">
            <a:avLst/>
          </a:prstGeom>
        </p:spPr>
      </p:pic>
      <p:pic>
        <p:nvPicPr>
          <p:cNvPr id="106278971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33222" y="0"/>
            <a:ext cx="3086100" cy="6858000"/>
          </a:xfrm>
          <a:prstGeom prst="rect">
            <a:avLst/>
          </a:prstGeom>
        </p:spPr>
      </p:pic>
      <p:sp>
        <p:nvSpPr>
          <p:cNvPr id="2144479217" name=""/>
          <p:cNvSpPr/>
          <p:nvPr/>
        </p:nvSpPr>
        <p:spPr bwMode="auto">
          <a:xfrm rot="0" flipH="0" flipV="0">
            <a:off x="1943686" y="1603216"/>
            <a:ext cx="839332" cy="28291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313850" name=""/>
          <p:cNvSpPr/>
          <p:nvPr/>
        </p:nvSpPr>
        <p:spPr bwMode="auto">
          <a:xfrm rot="14604406" flipH="0" flipV="0">
            <a:off x="1594781" y="4496296"/>
            <a:ext cx="2760391" cy="9247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74436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66849" y="0"/>
            <a:ext cx="3086100" cy="6858000"/>
          </a:xfrm>
          <a:prstGeom prst="rect">
            <a:avLst/>
          </a:prstGeom>
        </p:spPr>
      </p:pic>
      <p:pic>
        <p:nvPicPr>
          <p:cNvPr id="68201863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52083" y="0"/>
            <a:ext cx="3086100" cy="6858000"/>
          </a:xfrm>
          <a:prstGeom prst="rect">
            <a:avLst/>
          </a:prstGeom>
        </p:spPr>
      </p:pic>
      <p:sp>
        <p:nvSpPr>
          <p:cNvPr id="599762942" name=""/>
          <p:cNvSpPr/>
          <p:nvPr/>
        </p:nvSpPr>
        <p:spPr bwMode="auto">
          <a:xfrm rot="0" flipH="0" flipV="0">
            <a:off x="1943686" y="1603216"/>
            <a:ext cx="858193" cy="28291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2798340" name=""/>
          <p:cNvSpPr/>
          <p:nvPr/>
        </p:nvSpPr>
        <p:spPr bwMode="auto">
          <a:xfrm rot="14604406" flipH="0" flipV="0">
            <a:off x="1799171" y="3930454"/>
            <a:ext cx="2760391" cy="9247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2012-12-03T06:56:55Z</dcterms:created>
  <dcterms:modified xsi:type="dcterms:W3CDTF">2026-02-11T16:19:35Z</dcterms:modified>
</cp:coreProperties>
</file>